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8288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1828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May 27,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MRM MDD Attachment Outreach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8FF"/>
                </a:solidFill>
              </a:rPr>
              <a:t>Daily Stakeholder Dashboard  ·  Slide 1 of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160520" cy="3794760"/>
          </a:xfrm>
          <a:prstGeom prst="rect">
            <a:avLst/>
          </a:prstGeom>
          <a:solidFill>
            <a:srgbClr val="E8F0FB"/>
          </a:solidFill>
          <a:ln w="635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97280"/>
            <a:ext cx="64008" cy="37947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188720"/>
            <a:ext cx="822960" cy="274320"/>
          </a:xfrm>
          <a:prstGeom prst="rect">
            <a:avLst/>
          </a:prstGeom>
          <a:solidFill>
            <a:srgbClr val="D0E3F7"/>
          </a:solidFill>
          <a:ln w="12700">
            <a:solidFill>
              <a:srgbClr val="D0E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188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7BD5"/>
                </a:solidFill>
              </a:rPr>
              <a:t>CASE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151790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</a:rPr>
              <a:t>Dev Task Exists — MDD in Wrong Location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" y="208483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BD5"/>
                </a:solidFill>
              </a:rPr>
              <a:t>Situation: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2286000"/>
            <a:ext cx="3904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E63"/>
                </a:solidFill>
              </a:rPr>
              <a:t>A development task has already been created in ServiceNow, but the Model Development Document (MDD) was uploaded to MRM Attachments instead of the development task.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" y="3127248"/>
            <a:ext cx="3904488" cy="822960"/>
          </a:xfrm>
          <a:prstGeom prst="rect">
            <a:avLst/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3A"/>
                </a:solidFill>
              </a:rPr>
              <a:t>Action: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3649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A"/>
                </a:solidFill>
              </a:rPr>
              <a:t>Reach out to Carson (ServiceNow backend) to move/upload the MDD from MRM Attachments to the correct Development Task.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4645152"/>
            <a:ext cx="4160520" cy="246888"/>
          </a:xfrm>
          <a:prstGeom prst="rect">
            <a:avLst/>
          </a:prstGeom>
          <a:solidFill>
            <a:srgbClr val="E3EDF9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4654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7BD5"/>
                </a:solidFill>
              </a:rPr>
              <a:t>Contact:  Carson  ·  ServiceNow Backend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60520" cy="3794760"/>
          </a:xfrm>
          <a:prstGeom prst="rect">
            <a:avLst/>
          </a:prstGeom>
          <a:solidFill>
            <a:srgbClr val="E6F4F1"/>
          </a:solidFill>
          <a:ln w="635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64008" cy="3794760"/>
          </a:xfrm>
          <a:prstGeom prst="rect">
            <a:avLst/>
          </a:prstGeom>
          <a:solidFill>
            <a:srgbClr val="2E9E82"/>
          </a:solidFill>
          <a:ln w="12700">
            <a:solidFill>
              <a:srgbClr val="2E9E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188720"/>
            <a:ext cx="822960" cy="274320"/>
          </a:xfrm>
          <a:prstGeom prst="rect">
            <a:avLst/>
          </a:prstGeom>
          <a:solidFill>
            <a:srgbClr val="C2E8DE"/>
          </a:solidFill>
          <a:ln w="12700">
            <a:solidFill>
              <a:srgbClr val="C2E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188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9E82"/>
                </a:solidFill>
              </a:rPr>
              <a:t>CASE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19472" y="151790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</a:rPr>
              <a:t>No Dev Task — MDD Only in Attachments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19472" y="208483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2"/>
                </a:solidFill>
              </a:rPr>
              <a:t>Situation: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2286000"/>
            <a:ext cx="3904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E63"/>
                </a:solidFill>
              </a:rPr>
              <a:t>No development task has been created. The Model Development Document (MDD) exists only in MRM Attachments, which means validation cannot be properly tracked.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9472" y="3127248"/>
            <a:ext cx="3904488" cy="82296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4800"/>
                </a:solidFill>
              </a:rPr>
              <a:t>Action: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33649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800"/>
                </a:solidFill>
              </a:rPr>
              <a:t>Reach out to model stakeholders to request creation of a development task and proper upload of the MDD to that task.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4645152"/>
            <a:ext cx="4160520" cy="246888"/>
          </a:xfrm>
          <a:prstGeom prst="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654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9E82"/>
                </a:solidFill>
              </a:rPr>
              <a:t>Contact:  Model Development / Validation Lead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3F7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MRM Model Risk Management  ·  Confidential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9E82"/>
          </a:solidFill>
          <a:ln w="12700">
            <a:solidFill>
              <a:srgbClr val="2E9E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8288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1828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May 27,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Model Development &amp; Validation Schedule Compliance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FEA"/>
                </a:solidFill>
              </a:rPr>
              <a:t>Daily Stakeholder Dashboard  ·  Slide 2 of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8686800" cy="502920"/>
          </a:xfrm>
          <a:prstGeom prst="rect">
            <a:avLst/>
          </a:prstGeom>
          <a:solidFill>
            <a:srgbClr val="EAF7F3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8321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5E4A"/>
                </a:solidFill>
              </a:rPr>
              <a:t>Models identified as NOT in schedule for Model Development or Validation — Leads are contacted to remediate.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91640"/>
            <a:ext cx="4160520" cy="3520440"/>
          </a:xfrm>
          <a:prstGeom prst="rect">
            <a:avLst/>
          </a:prstGeom>
          <a:solidFill>
            <a:srgbClr val="E6F4F1"/>
          </a:solidFill>
          <a:ln w="635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91640"/>
            <a:ext cx="64008" cy="3520440"/>
          </a:xfrm>
          <a:prstGeom prst="rect">
            <a:avLst/>
          </a:prstGeom>
          <a:solidFill>
            <a:srgbClr val="2E9E82"/>
          </a:solidFill>
          <a:ln w="12700">
            <a:solidFill>
              <a:srgbClr val="2E9E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1783080"/>
            <a:ext cx="960120" cy="256032"/>
          </a:xfrm>
          <a:prstGeom prst="rect">
            <a:avLst/>
          </a:prstGeom>
          <a:solidFill>
            <a:srgbClr val="D1EDE7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783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9E82"/>
                </a:solidFill>
              </a:rPr>
              <a:t>OUTREACH 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" y="2103120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</a:rPr>
              <a:t>Not in Model Development Schedule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" y="257860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2"/>
                </a:solidFill>
              </a:rPr>
              <a:t>Contact: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" y="2807208"/>
            <a:ext cx="3904488" cy="256032"/>
          </a:xfrm>
          <a:prstGeom prst="rect">
            <a:avLst/>
          </a:prstGeom>
          <a:solidFill>
            <a:srgbClr val="D1EDE7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82"/>
                </a:solidFill>
              </a:rPr>
              <a:t>Model Development Lead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" y="311810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E63"/>
                </a:solidFill>
              </a:rPr>
              <a:t>Contact the Model Development Lead assigned to the model to confirm or correct scheduling status in MRM.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" y="366674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2"/>
                </a:solidFill>
              </a:rPr>
              <a:t>Steps: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" y="3877056"/>
            <a:ext cx="38130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Identify model(s) not scheduled for development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Locate the assigned Model Development Lead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Send outreach email requesting schedule update or confirmation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Follow up if no response within 2 business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4160520" cy="3520440"/>
          </a:xfrm>
          <a:prstGeom prst="rect">
            <a:avLst/>
          </a:prstGeom>
          <a:solidFill>
            <a:srgbClr val="E8F0FB"/>
          </a:solidFill>
          <a:ln w="635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91640"/>
            <a:ext cx="64008" cy="3520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472" y="1783080"/>
            <a:ext cx="960120" cy="256032"/>
          </a:xfrm>
          <a:prstGeom prst="rect">
            <a:avLst/>
          </a:prstGeom>
          <a:solidFill>
            <a:srgbClr val="D0E3F7"/>
          </a:solidFill>
          <a:ln w="12700">
            <a:solidFill>
              <a:srgbClr val="D0E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783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7BD5"/>
                </a:solidFill>
              </a:rPr>
              <a:t>OUTREACH 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9472" y="2103120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</a:rPr>
              <a:t>Not in Model Validation Schedule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19472" y="257860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BD5"/>
                </a:solidFill>
              </a:rPr>
              <a:t>Contact: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9472" y="2807208"/>
            <a:ext cx="3904488" cy="256032"/>
          </a:xfrm>
          <a:prstGeom prst="rect">
            <a:avLst/>
          </a:prstGeom>
          <a:solidFill>
            <a:srgbClr val="D0E3F7"/>
          </a:solidFill>
          <a:ln w="12700">
            <a:solidFill>
              <a:srgbClr val="D0E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Model Validation Lead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118104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E63"/>
                </a:solidFill>
              </a:rPr>
              <a:t>Contact the Model Validation Lead to ensure the model is scheduled for validation and the timeline aligns with MRM requirements.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366674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BD5"/>
                </a:solidFill>
              </a:rPr>
              <a:t>Steps: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56048" y="3877056"/>
            <a:ext cx="38130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Identify model(s) not scheduled for validation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Locate the assigned Model Validation Lead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Send outreach requesting validation scheduling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3D4E63"/>
                </a:solidFill>
              </a:rPr>
              <a:t>Escalate if unresolved after follow-up period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3F7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MRM Model Risk Management  ·  Confidential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MRM Daily Outreach Dashboard</dc:title>
  <dc:subject>PptxGenJS Presentation</dc:subject>
  <dc:creator>PptxGenJS</dc:creator>
  <cp:lastModifiedBy>PptxGenJS</cp:lastModifiedBy>
  <cp:revision>1</cp:revision>
  <dcterms:created xsi:type="dcterms:W3CDTF">2026-05-27T13:46:47Z</dcterms:created>
  <dcterms:modified xsi:type="dcterms:W3CDTF">2026-05-27T13:46:47Z</dcterms:modified>
</cp:coreProperties>
</file>